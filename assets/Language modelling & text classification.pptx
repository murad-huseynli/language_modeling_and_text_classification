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>
      <p:cViewPr varScale="1">
        <p:scale>
          <a:sx n="126" d="100"/>
          <a:sy n="126" d="100"/>
        </p:scale>
        <p:origin x="2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8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71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4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1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9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1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4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5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36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0737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91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44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03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41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8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029AB-4C7A-4D7D-9DA0-355121F75A7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622FD-1DC2-49B5-B4F9-28313871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120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5453-88E9-69AA-14BF-DB48EA2032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modelling &amp; text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B1D52-73EB-73E3-01F2-91405AB83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Murad Huseynli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67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D7C2DEF-63C5-495B-BBE5-720E5D12B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E21E403-0B61-4473-BE57-AB0F16379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2F575F-79E2-9F5C-6555-D46730FB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96" y="643464"/>
            <a:ext cx="3761964" cy="3273061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Most frequent n-grams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D67F45-A955-ABB5-55B6-F3DF3FD4D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653" y="1014465"/>
            <a:ext cx="6177937" cy="496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4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84E5-F7B7-531B-E259-7E55C5C6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381" y="271213"/>
            <a:ext cx="8610600" cy="1293028"/>
          </a:xfrm>
        </p:spPr>
        <p:txBody>
          <a:bodyPr/>
          <a:lstStyle/>
          <a:p>
            <a:r>
              <a:rPr lang="en-US" dirty="0"/>
              <a:t>Perplexity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CFFF62-ADCF-5BFD-3EB1-C0B17CF7A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381" y="2621834"/>
            <a:ext cx="8475237" cy="161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1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8D12-E367-3914-B342-970268143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1634"/>
            <a:ext cx="5025887" cy="1293028"/>
          </a:xfrm>
        </p:spPr>
        <p:txBody>
          <a:bodyPr/>
          <a:lstStyle/>
          <a:p>
            <a:r>
              <a:rPr lang="en-US" dirty="0"/>
              <a:t>Positive/negative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5F562-5A8C-E97F-1BF1-225531F29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4" y="2271551"/>
            <a:ext cx="2972215" cy="23148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88C45A-D485-5666-7AA8-3C075E28C66D}"/>
              </a:ext>
            </a:extLst>
          </p:cNvPr>
          <p:cNvSpPr txBox="1">
            <a:spLocks/>
          </p:cNvSpPr>
          <p:nvPr/>
        </p:nvSpPr>
        <p:spPr>
          <a:xfrm>
            <a:off x="6096000" y="5405947"/>
            <a:ext cx="5899516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Objective/subjective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5E7694-73B6-B650-87BA-B64A96FC2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190" y="3052944"/>
            <a:ext cx="6811326" cy="235300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EEC26BE-FEC1-A8E7-3CD4-444E390039AB}"/>
              </a:ext>
            </a:extLst>
          </p:cNvPr>
          <p:cNvSpPr txBox="1">
            <a:spLocks/>
          </p:cNvSpPr>
          <p:nvPr/>
        </p:nvSpPr>
        <p:spPr>
          <a:xfrm>
            <a:off x="5184190" y="978523"/>
            <a:ext cx="5025887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Naïve Bayes</a:t>
            </a:r>
          </a:p>
        </p:txBody>
      </p:sp>
    </p:spTree>
    <p:extLst>
      <p:ext uri="{BB962C8B-B14F-4D97-AF65-F5344CB8AC3E}">
        <p14:creationId xmlns:p14="http://schemas.microsoft.com/office/powerpoint/2010/main" val="1768013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8D12-E367-3914-B342-970268143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1634"/>
            <a:ext cx="5025887" cy="1293028"/>
          </a:xfrm>
        </p:spPr>
        <p:txBody>
          <a:bodyPr/>
          <a:lstStyle/>
          <a:p>
            <a:r>
              <a:rPr lang="en-US" dirty="0"/>
              <a:t>Positive/negative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88C45A-D485-5666-7AA8-3C075E28C66D}"/>
              </a:ext>
            </a:extLst>
          </p:cNvPr>
          <p:cNvSpPr txBox="1">
            <a:spLocks/>
          </p:cNvSpPr>
          <p:nvPr/>
        </p:nvSpPr>
        <p:spPr>
          <a:xfrm>
            <a:off x="6096000" y="5405947"/>
            <a:ext cx="5899516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Objective/subjective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EC26BE-FEC1-A8E7-3CD4-444E390039AB}"/>
              </a:ext>
            </a:extLst>
          </p:cNvPr>
          <p:cNvSpPr txBox="1">
            <a:spLocks/>
          </p:cNvSpPr>
          <p:nvPr/>
        </p:nvSpPr>
        <p:spPr>
          <a:xfrm>
            <a:off x="5184190" y="978523"/>
            <a:ext cx="5025887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Naïve Bayes Binary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8A9B5-0DB2-953E-605A-6003C811E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96" y="3100575"/>
            <a:ext cx="6592220" cy="2305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40DF38-DDE1-4FC9-CBE1-B9330320F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49" y="2271551"/>
            <a:ext cx="2819794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8625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1644</TotalTime>
  <Words>28</Words>
  <Application>Microsoft Macintosh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Vapor Trail</vt:lpstr>
      <vt:lpstr>Language modelling &amp; text classification</vt:lpstr>
      <vt:lpstr>Most frequent n-grams</vt:lpstr>
      <vt:lpstr>Perplexity</vt:lpstr>
      <vt:lpstr>Positive/negative</vt:lpstr>
      <vt:lpstr>Positive/negative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</dc:title>
  <dc:creator>Emil Inochkin</dc:creator>
  <cp:lastModifiedBy>Murad Huseynli</cp:lastModifiedBy>
  <cp:revision>3</cp:revision>
  <dcterms:created xsi:type="dcterms:W3CDTF">2023-03-06T14:01:29Z</dcterms:created>
  <dcterms:modified xsi:type="dcterms:W3CDTF">2025-01-13T21:04:50Z</dcterms:modified>
</cp:coreProperties>
</file>